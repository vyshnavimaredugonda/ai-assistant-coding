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1B4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3B6D11">
              <a:alpha val="40000"/>
            </a:srgbClr>
          </a:solidFill>
          <a:ln w="12700">
            <a:solidFill>
              <a:srgbClr val="3B6D11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2743200"/>
            <a:ext cx="3840480" cy="3840480"/>
          </a:xfrm>
          <a:prstGeom prst="ellipse">
            <a:avLst/>
          </a:prstGeom>
          <a:solidFill>
            <a:srgbClr val="3B6D11">
              <a:alpha val="30000"/>
            </a:srgbClr>
          </a:solidFill>
          <a:ln w="12700">
            <a:solidFill>
              <a:srgbClr val="3B6D1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411480"/>
            <a:ext cx="3291840" cy="329184"/>
          </a:xfrm>
          <a:prstGeom prst="roundRect">
            <a:avLst>
              <a:gd name="adj" fmla="val 33333"/>
            </a:avLst>
          </a:prstGeom>
          <a:solidFill>
            <a:srgbClr val="97C459">
              <a:alpha val="75000"/>
            </a:srgbClr>
          </a:solidFill>
          <a:ln w="12700">
            <a:solidFill>
              <a:srgbClr val="97C459">
                <a:alpha val="7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9319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4D1C"/>
                </a:solidFill>
              </a:rPr>
              <a:t>AI ASSISTANT CODING — PROJECT PRESENTATION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MindEase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7C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Mental Stress &amp; Wellness Platform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application that uses AI to help users assess, track,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manage mental stress through interactive tools and an AI chat companion.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8138160" cy="1508760"/>
          </a:xfrm>
          <a:prstGeom prst="rect">
            <a:avLst/>
          </a:prstGeom>
          <a:solidFill>
            <a:srgbClr val="3B6D11">
              <a:alpha val="65000"/>
            </a:srgbClr>
          </a:solidFill>
          <a:ln w="12700">
            <a:solidFill>
              <a:srgbClr val="97C459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735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7C459"/>
                </a:solidFill>
              </a:rPr>
              <a:t>TEAM DETAILS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3584448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C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— AI Mental Stress &amp; Wellness
</a:t>
            </a:r>
            <a:pPr indent="0" marL="0">
              <a:buNone/>
            </a:pPr>
            <a:r>
              <a:rPr lang="en-US" sz="1200" b="1" dirty="0">
                <a:solidFill>
                  <a:srgbClr val="97C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         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Coding
</a:t>
            </a:r>
            <a:pPr indent="0" marL="0">
              <a:buNone/>
            </a:pPr>
            <a:r>
              <a:rPr lang="en-US" sz="1200" b="1" dirty="0">
                <a:solidFill>
                  <a:srgbClr val="97C4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  |  Roll No  |  Section  |  Year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D1C"/>
          </a:solidFill>
          <a:ln w="12700">
            <a:solidFill>
              <a:srgbClr val="1B4D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2  Introduction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MindEase?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is a frontend web application built for the AI Assistant Coding subject. It leverages AI-based conversation techniques and interactive tools to help users understand and manage their mental stress and overall wellness.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1965960" cy="2514600"/>
          </a:xfrm>
          <a:prstGeom prst="rect">
            <a:avLst/>
          </a:prstGeom>
          <a:solidFill>
            <a:srgbClr val="EAF3DE"/>
          </a:solidFill>
          <a:ln w="12700">
            <a:solidFill>
              <a:srgbClr val="C5E0A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240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🌿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27889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 Assistant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600200" cy="0"/>
          </a:xfrm>
          <a:prstGeom prst="line">
            <a:avLst/>
          </a:prstGeom>
          <a:noFill/>
          <a:ln w="9525">
            <a:solidFill>
              <a:srgbClr val="97C4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29184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companion 'Serenity' that responds empathetically to user emotions and provides wellness guidance.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2148840"/>
            <a:ext cx="1965960" cy="2514600"/>
          </a:xfrm>
          <a:prstGeom prst="rect">
            <a:avLst/>
          </a:prstGeom>
          <a:solidFill>
            <a:srgbClr val="EAF3DE"/>
          </a:solidFill>
          <a:ln w="12700">
            <a:solidFill>
              <a:srgbClr val="C5E0A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2240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14600" y="27889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Assessment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97480" y="3218688"/>
            <a:ext cx="1600200" cy="0"/>
          </a:xfrm>
          <a:prstGeom prst="line">
            <a:avLst/>
          </a:prstGeom>
          <a:noFill/>
          <a:ln w="9525">
            <a:solidFill>
              <a:srgbClr val="97C4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329184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8-question quiz that calculates a personalised stress score and provides tailored recommendations.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148840"/>
            <a:ext cx="1965960" cy="2514600"/>
          </a:xfrm>
          <a:prstGeom prst="rect">
            <a:avLst/>
          </a:prstGeom>
          <a:solidFill>
            <a:srgbClr val="EAF3DE"/>
          </a:solidFill>
          <a:ln w="12700">
            <a:solidFill>
              <a:srgbClr val="C5E0A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2240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63440" y="27889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Wellness Dashboard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218688"/>
            <a:ext cx="1600200" cy="0"/>
          </a:xfrm>
          <a:prstGeom prst="line">
            <a:avLst/>
          </a:prstGeom>
          <a:noFill/>
          <a:ln w="9525">
            <a:solidFill>
              <a:srgbClr val="97C4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29184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mood tracker, habit grid, and line charts to help users monitor their mental health over time.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2148840"/>
            <a:ext cx="1965960" cy="2514600"/>
          </a:xfrm>
          <a:prstGeom prst="rect">
            <a:avLst/>
          </a:prstGeom>
          <a:solidFill>
            <a:srgbClr val="EAF3DE"/>
          </a:solidFill>
          <a:ln w="12700">
            <a:solidFill>
              <a:srgbClr val="C5E0A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22402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🏠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812280" y="278892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995160" y="3218688"/>
            <a:ext cx="1600200" cy="0"/>
          </a:xfrm>
          <a:prstGeom prst="line">
            <a:avLst/>
          </a:prstGeom>
          <a:noFill/>
          <a:ln w="9525">
            <a:solidFill>
              <a:srgbClr val="97C4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3291840"/>
            <a:ext cx="17830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homepage with features overview, how-it-works section, and navigation to all modules.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6D11"/>
                </a:solidFill>
              </a:rPr>
              <a:t>MindEase — AI Mental Stress &amp; Wellness  |  AI Assistant Coding Subject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D1C"/>
          </a:solidFill>
          <a:ln w="12700">
            <a:solidFill>
              <a:srgbClr val="1B4D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3  Objectives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MindEase aims to achieve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3776" y="1389888"/>
            <a:ext cx="457200" cy="45720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24358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an AI-powered Chat Assistant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59105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'Serenity', a keyword-based AI chatbot that responds to emotions with empathetic, helpful wellness guidance.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1188720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28616" y="1389888"/>
            <a:ext cx="457200" cy="45720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28616" y="1389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0" y="124358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 a Stress Assessment Tool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159105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8-question validated quiz that evaluates stress levels and generates personalised scores and recommendations.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377440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" y="2578608"/>
            <a:ext cx="457200" cy="45720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43230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Wellness Tracking Dashboard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77977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 mood trends, habit streaks, and daily check-ins using interactive charts built with Chart.js.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377440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28616" y="2578608"/>
            <a:ext cx="457200" cy="45720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0" y="243230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 a Professional UI/UX Design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277977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warm, earthy design principles with responsive layouts, smooth animations, and accessible navigation.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566160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" y="3767328"/>
            <a:ext cx="457200" cy="45720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62102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 AI Assistant Coding Concepts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39684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practical use of JavaScript, DOM manipulation, event handling, and simulated AI response systems.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566160"/>
            <a:ext cx="41148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928616" y="3767328"/>
            <a:ext cx="457200" cy="45720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28616" y="3767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0" y="3621024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Full Project Documentation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3968496"/>
            <a:ext cx="3291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architecture diagrams, tech stack details, all prompts used, and a fully working prototype.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6D11"/>
                </a:solidFill>
              </a:rPr>
              <a:t>MindEase — AI Mental Stress &amp; Wellness  |  AI Assistant Coding Subject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D1C"/>
          </a:solidFill>
          <a:ln w="12700">
            <a:solidFill>
              <a:srgbClr val="1B4D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4  Stakeholders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involved in and affected by MindEase?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2651760" cy="1572768"/>
          </a:xfrm>
          <a:prstGeom prst="rect">
            <a:avLst/>
          </a:prstGeom>
          <a:solidFill>
            <a:srgbClr val="EAF3DE"/>
          </a:solidFill>
          <a:ln w="12700">
            <a:solidFill>
              <a:srgbClr val="D5D2C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066544"/>
            <a:ext cx="1554480" cy="219456"/>
          </a:xfrm>
          <a:prstGeom prst="roundRect">
            <a:avLst>
              <a:gd name="adj" fmla="val 33333"/>
            </a:avLst>
          </a:prstGeom>
          <a:solidFill>
            <a:srgbClr val="3B6D11">
              <a:alpha val="80000"/>
            </a:srgbClr>
          </a:solidFill>
          <a:ln w="12700">
            <a:solidFill>
              <a:srgbClr val="3B6D11">
                <a:alpha val="8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0574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Primary Users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3225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facing academic pressure, exam stress, and anxiety who need a simple, accessible mental wellness tool.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170432"/>
            <a:ext cx="2651760" cy="1572768"/>
          </a:xfrm>
          <a:prstGeom prst="rect">
            <a:avLst/>
          </a:prstGeom>
          <a:solidFill>
            <a:srgbClr val="E8F4FD"/>
          </a:solidFill>
          <a:ln w="12700">
            <a:solidFill>
              <a:srgbClr val="D5D2C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200400" y="173736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Professionals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749040" y="2066544"/>
            <a:ext cx="1554480" cy="219456"/>
          </a:xfrm>
          <a:prstGeom prst="roundRect">
            <a:avLst>
              <a:gd name="adj" fmla="val 33333"/>
            </a:avLst>
          </a:prstGeom>
          <a:solidFill>
            <a:srgbClr val="3B6D11">
              <a:alpha val="80000"/>
            </a:srgbClr>
          </a:solidFill>
          <a:ln w="12700">
            <a:solidFill>
              <a:srgbClr val="3B6D11">
                <a:alpha val="8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20574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Primary Users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23225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dealing with workplace stress, burnout, or work-life imbalance seeking quick wellness support.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80760" y="1170432"/>
            <a:ext cx="2651760" cy="1572768"/>
          </a:xfrm>
          <a:prstGeom prst="rect">
            <a:avLst/>
          </a:prstGeom>
          <a:solidFill>
            <a:srgbClr val="FEF3E2"/>
          </a:solidFill>
          <a:ln w="12700">
            <a:solidFill>
              <a:srgbClr val="D5D2C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80760" y="1280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👩‍🏫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080760" y="173736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A3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Faculty / Evaluators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29400" y="2066544"/>
            <a:ext cx="1554480" cy="219456"/>
          </a:xfrm>
          <a:prstGeom prst="roundRect">
            <a:avLst>
              <a:gd name="adj" fmla="val 33333"/>
            </a:avLst>
          </a:prstGeom>
          <a:solidFill>
            <a:srgbClr val="3B6D11">
              <a:alpha val="80000"/>
            </a:srgbClr>
          </a:solidFill>
          <a:ln w="12700">
            <a:solidFill>
              <a:srgbClr val="3B6D11">
                <a:alpha val="8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0574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Project Evaluators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23225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staff assessing the quality, functionality, and documentation of this AI assistant coding project.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953512"/>
            <a:ext cx="2651760" cy="1572768"/>
          </a:xfrm>
          <a:prstGeom prst="rect">
            <a:avLst/>
          </a:prstGeom>
          <a:solidFill>
            <a:srgbClr val="F0EAF8"/>
          </a:solidFill>
          <a:ln w="12700">
            <a:solidFill>
              <a:srgbClr val="D5D2C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🏥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20040" y="352044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D1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Health Advocates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68680" y="3849624"/>
            <a:ext cx="1554480" cy="219456"/>
          </a:xfrm>
          <a:prstGeom prst="roundRect">
            <a:avLst>
              <a:gd name="adj" fmla="val 33333"/>
            </a:avLst>
          </a:prstGeom>
          <a:solidFill>
            <a:srgbClr val="3B6D11">
              <a:alpha val="80000"/>
            </a:srgbClr>
          </a:solidFill>
          <a:ln w="12700">
            <a:solidFill>
              <a:srgbClr val="3B6D11">
                <a:alpha val="8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840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Indirect Stakeholders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41056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Counsellors and wellness advocates who may recommend or extend the tool for broader mental health awareness.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2953512"/>
            <a:ext cx="2651760" cy="1572768"/>
          </a:xfrm>
          <a:prstGeom prst="rect">
            <a:avLst/>
          </a:prstGeom>
          <a:solidFill>
            <a:srgbClr val="EAF3DE"/>
          </a:solidFill>
          <a:ln w="12700">
            <a:solidFill>
              <a:srgbClr val="D5D2C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20040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👨‍💻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200400" y="352044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Developers / Team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749040" y="3849624"/>
            <a:ext cx="1554480" cy="219456"/>
          </a:xfrm>
          <a:prstGeom prst="roundRect">
            <a:avLst>
              <a:gd name="adj" fmla="val 33333"/>
            </a:avLst>
          </a:prstGeom>
          <a:solidFill>
            <a:srgbClr val="3B6D11">
              <a:alpha val="80000"/>
            </a:srgbClr>
          </a:solidFill>
          <a:ln w="12700">
            <a:solidFill>
              <a:srgbClr val="3B6D11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3840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Creators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91840" y="41056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development team responsible for designing, coding, testing, and presenting the MindEase project.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80760" y="2953512"/>
            <a:ext cx="2651760" cy="1572768"/>
          </a:xfrm>
          <a:prstGeom prst="rect">
            <a:avLst/>
          </a:prstGeom>
          <a:solidFill>
            <a:srgbClr val="E8F4FD"/>
          </a:solidFill>
          <a:ln w="12700">
            <a:solidFill>
              <a:srgbClr val="D5D2C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080760" y="3063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6080760" y="352044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C3B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Tool Providers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29400" y="3849624"/>
            <a:ext cx="1554480" cy="219456"/>
          </a:xfrm>
          <a:prstGeom prst="roundRect">
            <a:avLst>
              <a:gd name="adj" fmla="val 33333"/>
            </a:avLst>
          </a:prstGeom>
          <a:solidFill>
            <a:srgbClr val="3B6D11">
              <a:alpha val="80000"/>
            </a:srgbClr>
          </a:solidFill>
          <a:ln w="12700">
            <a:solidFill>
              <a:srgbClr val="3B6D11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38404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Technology Partners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72200" y="410565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of AI tools (such as Claude/ChatGPT) used to generate code, debug, and assist in building the project.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6D11"/>
                </a:solidFill>
              </a:rPr>
              <a:t>MindEase — AI Mental Stress &amp; Wellness  |  AI Assistant Coding Subject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D1C"/>
          </a:solidFill>
          <a:ln w="12700">
            <a:solidFill>
              <a:srgbClr val="1B4D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5  Programming Languages, Tools &amp; Software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965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14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138074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6072" y="1709928"/>
            <a:ext cx="1463040" cy="210312"/>
          </a:xfrm>
          <a:prstGeom prst="roundRect">
            <a:avLst>
              <a:gd name="adj" fmla="val 34783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70535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</a:rPr>
              <a:t>Markup Language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93192" y="197510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of all 4 web pages — semantic tags, forms, and layout containers.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804672"/>
            <a:ext cx="1965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914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468880" y="138074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24912" y="1709928"/>
            <a:ext cx="1463040" cy="210312"/>
          </a:xfrm>
          <a:prstGeom prst="roundRect">
            <a:avLst>
              <a:gd name="adj" fmla="val 34783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170535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</a:rPr>
              <a:t>Styling Language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42032" y="197510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styles, animations, flexbox/grid layouts, and responsive design.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17720" y="804672"/>
            <a:ext cx="1965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914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17720" y="138074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 (ES6)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73752" y="1709928"/>
            <a:ext cx="1463040" cy="210312"/>
          </a:xfrm>
          <a:prstGeom prst="roundRect">
            <a:avLst>
              <a:gd name="adj" fmla="val 34783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73752" y="170535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</a:rPr>
              <a:t>Programming Language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90872" y="197510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manipulation, event handling, AI response logic, and quiz scoring engine.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804672"/>
            <a:ext cx="1965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91440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766560" y="138074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Chart.js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022592" y="1709928"/>
            <a:ext cx="1463040" cy="210312"/>
          </a:xfrm>
          <a:prstGeom prst="roundRect">
            <a:avLst>
              <a:gd name="adj" fmla="val 34783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170535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</a:rPr>
              <a:t>JavaScript Library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39712" y="197510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charts for mood and stress tracking on the wellness dashboard.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770632"/>
            <a:ext cx="1965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" y="2880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20040" y="334670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AI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76072" y="3675888"/>
            <a:ext cx="1463040" cy="210312"/>
          </a:xfrm>
          <a:prstGeom prst="roundRect">
            <a:avLst>
              <a:gd name="adj" fmla="val 34783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" y="367131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</a:rPr>
              <a:t>AI Tool (Code Gen)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93192" y="394106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generate, debug, and refine all project code via AI prompts.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68880" y="2770632"/>
            <a:ext cx="1965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468880" y="2880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2468880" y="334670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Code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24912" y="3675888"/>
            <a:ext cx="1463040" cy="210312"/>
          </a:xfrm>
          <a:prstGeom prst="roundRect">
            <a:avLst>
              <a:gd name="adj" fmla="val 34783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24912" y="367131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</a:rPr>
              <a:t>Code Editor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542032" y="394106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development environment with Live Server extension for preview.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17720" y="2770632"/>
            <a:ext cx="1965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617720" y="2880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🌍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4617720" y="334670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Server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873752" y="3675888"/>
            <a:ext cx="1463040" cy="210312"/>
          </a:xfrm>
          <a:prstGeom prst="roundRect">
            <a:avLst>
              <a:gd name="adj" fmla="val 34783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73752" y="367131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</a:rPr>
              <a:t>VS Code Extension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90872" y="394106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project locally and auto-refreshes on file save.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766560" y="2770632"/>
            <a:ext cx="1965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766560" y="288036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🔤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6766560" y="3346704"/>
            <a:ext cx="1965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Fonts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022592" y="3675888"/>
            <a:ext cx="1463040" cy="210312"/>
          </a:xfrm>
          <a:prstGeom prst="roundRect">
            <a:avLst>
              <a:gd name="adj" fmla="val 34783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22592" y="367131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6D11"/>
                </a:solidFill>
              </a:rPr>
              <a:t>Typography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39712" y="3941064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(serif) and DM Sans imported for the warm, professional design style.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6D11"/>
                </a:solidFill>
              </a:rPr>
              <a:t>MindEase — AI Mental Stress &amp; Wellness  |  AI Assistant Coding Subject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D1C"/>
          </a:solidFill>
          <a:ln w="12700">
            <a:solidFill>
              <a:srgbClr val="1B4D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6  Prompts Used to Generate Code  (Part 1 of 2)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following prompts were entered into Claude AI to generate the MindEase project code: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822960"/>
          </a:xfrm>
          <a:prstGeom prst="rect">
            <a:avLst/>
          </a:prstGeom>
          <a:solidFill>
            <a:srgbClr val="F8F6F0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502920" cy="82296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07008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 UI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54480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doing a project called AI Mental Stress and Wellness. Design the landing page UI with warm and friendly earthy tones. Include navbar, hero section with floating cards, features section, how-it-works steps, and a CTA strip."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139696"/>
            <a:ext cx="8412480" cy="822960"/>
          </a:xfrm>
          <a:prstGeom prst="rect">
            <a:avLst/>
          </a:prstGeom>
          <a:solidFill>
            <a:srgbClr val="F8F6F0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139696"/>
            <a:ext cx="502920" cy="82296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39696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194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Step-by-Step VS Code Setup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2487168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"Give step by step process to do this in VS Code and give all the code — index.html, style.css, and script.js with full file structure."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8412480" cy="822960"/>
          </a:xfrm>
          <a:prstGeom prst="rect">
            <a:avLst/>
          </a:prstGeom>
          <a:solidFill>
            <a:srgbClr val="F8F6F0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072384"/>
            <a:ext cx="502920" cy="82296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072384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1272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Remaining Pages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419856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need all remaining pages — quiz, chat, and dashboard — all should be complete with HTML, CSS, JS files and VS Code instructions."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005072"/>
            <a:ext cx="8412480" cy="822960"/>
          </a:xfrm>
          <a:prstGeom prst="rect">
            <a:avLst/>
          </a:prstGeom>
          <a:solidFill>
            <a:srgbClr val="F8F6F0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4005072"/>
            <a:ext cx="502920" cy="82296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05072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405993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Blank Page Fix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4352544"/>
            <a:ext cx="76809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have done up to quiz file but blank page is coming. How to fix? The Start Assessment button does nothing when clicked."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6D11"/>
                </a:solidFill>
              </a:rPr>
              <a:t>MindEase — AI Mental Stress &amp; Wellness  |  AI Assistant Coding Subject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D1C"/>
          </a:solidFill>
          <a:ln w="12700">
            <a:solidFill>
              <a:srgbClr val="1B4D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 Workflow Flowchart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0" y="777240"/>
            <a:ext cx="2194560" cy="566928"/>
          </a:xfrm>
          <a:prstGeom prst="roundRect">
            <a:avLst>
              <a:gd name="adj" fmla="val 19355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0" y="7772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User Opens MindEase Website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0" y="1344168"/>
            <a:ext cx="0" cy="347472"/>
          </a:xfrm>
          <a:prstGeom prst="line">
            <a:avLst/>
          </a:prstGeom>
          <a:noFill/>
          <a:ln w="25400">
            <a:solidFill>
              <a:srgbClr val="3B6D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0" y="1691640"/>
            <a:ext cx="2194560" cy="566928"/>
          </a:xfrm>
          <a:prstGeom prst="roundRect">
            <a:avLst>
              <a:gd name="adj" fmla="val 19355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6916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D1C"/>
                </a:solidFill>
              </a:rPr>
              <a:t>Landing Page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4D1C"/>
                </a:solidFill>
              </a:rPr>
              <a:t>(index.html)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2258568"/>
            <a:ext cx="0" cy="256032"/>
          </a:xfrm>
          <a:prstGeom prst="line">
            <a:avLst/>
          </a:prstGeom>
          <a:noFill/>
          <a:ln w="25400">
            <a:solidFill>
              <a:srgbClr val="3B6D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2514600"/>
            <a:ext cx="6035040" cy="0"/>
          </a:xfrm>
          <a:prstGeom prst="line">
            <a:avLst/>
          </a:prstGeom>
          <a:noFill/>
          <a:ln w="25400">
            <a:solidFill>
              <a:srgbClr val="3B6D1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2514600"/>
            <a:ext cx="0" cy="274320"/>
          </a:xfrm>
          <a:prstGeom prst="line">
            <a:avLst/>
          </a:prstGeom>
          <a:noFill/>
          <a:ln w="25400">
            <a:solidFill>
              <a:srgbClr val="3B6D1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2514600"/>
            <a:ext cx="0" cy="274320"/>
          </a:xfrm>
          <a:prstGeom prst="line">
            <a:avLst/>
          </a:prstGeom>
          <a:noFill/>
          <a:ln w="25400">
            <a:solidFill>
              <a:srgbClr val="3B6D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89520" y="2514600"/>
            <a:ext cx="0" cy="274320"/>
          </a:xfrm>
          <a:prstGeom prst="line">
            <a:avLst/>
          </a:prstGeom>
          <a:noFill/>
          <a:ln w="25400">
            <a:solidFill>
              <a:srgbClr val="3B6D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788920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78892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D1C"/>
                </a:solidFill>
              </a:rPr>
              <a:t>Take Stress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4D1C"/>
                </a:solidFill>
              </a:rPr>
              <a:t>Quiz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2788920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78892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D1C"/>
                </a:solidFill>
              </a:rPr>
              <a:t>Chat with AI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4D1C"/>
                </a:solidFill>
              </a:rPr>
              <a:t>(Serenity)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2788920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788920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4D1C"/>
                </a:solidFill>
              </a:rPr>
              <a:t>View Wellness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B4D1C"/>
                </a:solidFill>
              </a:rPr>
              <a:t>Dashboard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554480" y="3355848"/>
            <a:ext cx="0" cy="274320"/>
          </a:xfrm>
          <a:prstGeom prst="line">
            <a:avLst/>
          </a:prstGeom>
          <a:noFill/>
          <a:ln w="19050">
            <a:solidFill>
              <a:srgbClr val="97C45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355848"/>
            <a:ext cx="0" cy="274320"/>
          </a:xfrm>
          <a:prstGeom prst="line">
            <a:avLst/>
          </a:prstGeom>
          <a:noFill/>
          <a:ln w="19050">
            <a:solidFill>
              <a:srgbClr val="97C45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3355848"/>
            <a:ext cx="0" cy="274320"/>
          </a:xfrm>
          <a:prstGeom prst="line">
            <a:avLst/>
          </a:prstGeom>
          <a:noFill/>
          <a:ln w="19050">
            <a:solidFill>
              <a:srgbClr val="97C45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630168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E8F8E8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6301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D1C"/>
                </a:solidFill>
              </a:rPr>
              <a:t>8 Questions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4D1C"/>
                </a:solidFill>
              </a:rPr>
              <a:t>Answered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66160" y="3630168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E8F8E8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66160" y="36301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D1C"/>
                </a:solidFill>
              </a:rPr>
              <a:t>AI Responds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4D1C"/>
                </a:solidFill>
              </a:rPr>
              <a:t>with Guidance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3630168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E8F8E8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3630168"/>
            <a:ext cx="2011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D1C"/>
                </a:solidFill>
              </a:rPr>
              <a:t>Mood Check-in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B4D1C"/>
                </a:solidFill>
              </a:rPr>
              <a:t>&amp; Habit Track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554480" y="4197096"/>
            <a:ext cx="0" cy="274320"/>
          </a:xfrm>
          <a:prstGeom prst="line">
            <a:avLst/>
          </a:prstGeom>
          <a:noFill/>
          <a:ln w="19050">
            <a:solidFill>
              <a:srgbClr val="97C45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480560"/>
            <a:ext cx="2011680" cy="347472"/>
          </a:xfrm>
          <a:prstGeom prst="roundRect">
            <a:avLst>
              <a:gd name="adj" fmla="val 26316"/>
            </a:avLst>
          </a:prstGeom>
          <a:solidFill>
            <a:srgbClr val="FFF3CD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4805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A3500"/>
                </a:solidFill>
              </a:rPr>
              <a:t>Personalised Stress Results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6D11"/>
                </a:solidFill>
              </a:rPr>
              <a:t>MindEase — AI Mental Stress &amp; Wellness  |  AI Assistant Coding Subject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8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D1C"/>
          </a:solidFill>
          <a:ln w="12700">
            <a:solidFill>
              <a:srgbClr val="1B4D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7  Workflow Flowchart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0" y="804672"/>
            <a:ext cx="2194560" cy="640080"/>
          </a:xfrm>
          <a:prstGeom prst="roundRect">
            <a:avLst>
              <a:gd name="adj" fmla="val 17143"/>
            </a:avLst>
          </a:prstGeom>
          <a:solidFill>
            <a:srgbClr val="3B6D11"/>
          </a:solidFill>
          <a:ln w="12700">
            <a:solidFill>
              <a:srgbClr val="97C45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804672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Opens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MindEase Website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0" y="1719072"/>
            <a:ext cx="2194560" cy="594360"/>
          </a:xfrm>
          <a:prstGeom prst="roundRect">
            <a:avLst>
              <a:gd name="adj" fmla="val 18462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719072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(index.html)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2011680" cy="594360"/>
          </a:xfrm>
          <a:prstGeom prst="roundRect">
            <a:avLst>
              <a:gd name="adj" fmla="val 18462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788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Stress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0" y="2788920"/>
            <a:ext cx="2011680" cy="594360"/>
          </a:xfrm>
          <a:prstGeom prst="roundRect">
            <a:avLst>
              <a:gd name="adj" fmla="val 18462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74720" y="2788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with AI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(Serenity)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9360" y="2788920"/>
            <a:ext cx="2011680" cy="594360"/>
          </a:xfrm>
          <a:prstGeom prst="roundRect">
            <a:avLst>
              <a:gd name="adj" fmla="val 18462"/>
            </a:avLst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2788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Wellness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2011680" cy="594360"/>
          </a:xfrm>
          <a:prstGeom prst="roundRect">
            <a:avLst>
              <a:gd name="adj" fmla="val 18462"/>
            </a:avLst>
          </a:prstGeom>
          <a:solidFill>
            <a:srgbClr val="E8F8E8"/>
          </a:solidFill>
          <a:ln w="12700">
            <a:solidFill>
              <a:srgbClr val="97C45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703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Quiz: 8 Questions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0" y="3703320"/>
            <a:ext cx="2011680" cy="594360"/>
          </a:xfrm>
          <a:prstGeom prst="roundRect">
            <a:avLst>
              <a:gd name="adj" fmla="val 18462"/>
            </a:avLst>
          </a:prstGeom>
          <a:solidFill>
            <a:srgbClr val="E8F8E8"/>
          </a:solidFill>
          <a:ln w="12700">
            <a:solidFill>
              <a:srgbClr val="97C45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3703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Responds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Guidance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3703320"/>
            <a:ext cx="2011680" cy="594360"/>
          </a:xfrm>
          <a:prstGeom prst="roundRect">
            <a:avLst>
              <a:gd name="adj" fmla="val 18462"/>
            </a:avLst>
          </a:prstGeom>
          <a:solidFill>
            <a:srgbClr val="E8F8E8"/>
          </a:solidFill>
          <a:ln w="12700">
            <a:solidFill>
              <a:srgbClr val="97C45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9360" y="3703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Check-in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4D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Habit Track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2011680" cy="228600"/>
          </a:xfrm>
          <a:prstGeom prst="roundRect">
            <a:avLst>
              <a:gd name="adj" fmla="val 48000"/>
            </a:avLst>
          </a:prstGeom>
          <a:solidFill>
            <a:srgbClr val="FFF3CD"/>
          </a:solidFill>
          <a:ln w="12700">
            <a:solidFill>
              <a:srgbClr val="97C45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4617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3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5A3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Results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1444752"/>
            <a:ext cx="0" cy="256032"/>
          </a:xfrm>
          <a:prstGeom prst="line">
            <a:avLst/>
          </a:prstGeom>
          <a:noFill/>
          <a:ln w="25400">
            <a:solidFill>
              <a:srgbClr val="3B6D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313432"/>
            <a:ext cx="0" cy="457200"/>
          </a:xfrm>
          <a:prstGeom prst="line">
            <a:avLst/>
          </a:prstGeom>
          <a:noFill/>
          <a:ln w="25400">
            <a:solidFill>
              <a:srgbClr val="3B6D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54480" y="2779776"/>
            <a:ext cx="6400800" cy="0"/>
          </a:xfrm>
          <a:prstGeom prst="line">
            <a:avLst/>
          </a:prstGeom>
          <a:noFill/>
          <a:ln w="25400">
            <a:solidFill>
              <a:srgbClr val="3B6D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54480" y="2779776"/>
            <a:ext cx="0" cy="256032"/>
          </a:xfrm>
          <a:prstGeom prst="line">
            <a:avLst/>
          </a:prstGeom>
          <a:noFill/>
          <a:ln w="25400">
            <a:solidFill>
              <a:srgbClr val="3B6D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2779776"/>
            <a:ext cx="0" cy="256032"/>
          </a:xfrm>
          <a:prstGeom prst="line">
            <a:avLst/>
          </a:prstGeom>
          <a:noFill/>
          <a:ln w="25400">
            <a:solidFill>
              <a:srgbClr val="3B6D1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2779776"/>
            <a:ext cx="0" cy="256032"/>
          </a:xfrm>
          <a:prstGeom prst="line">
            <a:avLst/>
          </a:prstGeom>
          <a:noFill/>
          <a:ln w="25400">
            <a:solidFill>
              <a:srgbClr val="3B6D1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54480" y="3383280"/>
            <a:ext cx="0" cy="301752"/>
          </a:xfrm>
          <a:prstGeom prst="line">
            <a:avLst/>
          </a:prstGeom>
          <a:noFill/>
          <a:ln w="19050">
            <a:solidFill>
              <a:srgbClr val="97C45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3383280"/>
            <a:ext cx="0" cy="301752"/>
          </a:xfrm>
          <a:prstGeom prst="line">
            <a:avLst/>
          </a:prstGeom>
          <a:noFill/>
          <a:ln w="19050">
            <a:solidFill>
              <a:srgbClr val="97C45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3383280"/>
            <a:ext cx="0" cy="301752"/>
          </a:xfrm>
          <a:prstGeom prst="line">
            <a:avLst/>
          </a:prstGeom>
          <a:noFill/>
          <a:ln w="19050">
            <a:solidFill>
              <a:srgbClr val="97C45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6D11"/>
                </a:solidFill>
              </a:rPr>
              <a:t>MindEase — AI Mental Stress &amp; Wellness  |  AI Assistant Coding Subject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2"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4D1C"/>
          </a:solidFill>
          <a:ln w="12700">
            <a:solidFill>
              <a:srgbClr val="1B4D1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9  Proof of Prompts Generating Code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Claude AI generating actual project code from the prompts used: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70432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70432"/>
            <a:ext cx="438912" cy="16002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70432"/>
            <a:ext cx="4389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0392" y="124358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→ Landing Page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50392" y="1572768"/>
            <a:ext cx="3200400" cy="0"/>
          </a:xfrm>
          <a:prstGeom prst="line">
            <a:avLst/>
          </a:prstGeom>
          <a:noFill/>
          <a:ln w="9525">
            <a:solidFill>
              <a:srgbClr val="97C4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645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'Design the AI Mental Stress landing page with warm earthy tones'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index.html + style.css + script.js (navbar, hero, features, CTA)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572768"/>
            <a:ext cx="1207008" cy="1078992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572768"/>
            <a:ext cx="120700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B6D11"/>
                </a:solidFill>
              </a:rPr>
              <a:t>[ Paste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3B6D11"/>
                </a:solidFill>
              </a:rPr>
              <a:t>Screenshot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3B6D11"/>
                </a:solidFill>
              </a:rPr>
              <a:t>here 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170432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1170432"/>
            <a:ext cx="438912" cy="16002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170432"/>
            <a:ext cx="4389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85232" y="124358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→ Quiz Logic Fix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285232" y="1572768"/>
            <a:ext cx="3200400" cy="0"/>
          </a:xfrm>
          <a:prstGeom prst="line">
            <a:avLst/>
          </a:prstGeom>
          <a:noFill/>
          <a:ln w="9525">
            <a:solidFill>
              <a:srgbClr val="97C4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164592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'Fix the quiz — blank page and Next button not working'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Fixed quiz.html + quiz.js using DOMContentLoaded listeners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89520" y="1572768"/>
            <a:ext cx="1207008" cy="1078992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572768"/>
            <a:ext cx="120700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B6D11"/>
                </a:solidFill>
              </a:rPr>
              <a:t>[ Paste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3B6D11"/>
                </a:solidFill>
              </a:rPr>
              <a:t>Screenshot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3B6D11"/>
                </a:solidFill>
              </a:rPr>
              <a:t>here 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953512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953512"/>
            <a:ext cx="438912" cy="16002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953512"/>
            <a:ext cx="4389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0392" y="302666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→ AI Chat Assistant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" y="3355848"/>
            <a:ext cx="3200400" cy="0"/>
          </a:xfrm>
          <a:prstGeom prst="line">
            <a:avLst/>
          </a:prstGeom>
          <a:noFill/>
          <a:ln w="9525">
            <a:solidFill>
              <a:srgbClr val="97C4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34290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'Build AI chat with sidebar, quick actions, keyword-based AI'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chat.html + chat.css + chat.js with full AI response bank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3355848"/>
            <a:ext cx="1207008" cy="1078992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3355848"/>
            <a:ext cx="120700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B6D11"/>
                </a:solidFill>
              </a:rPr>
              <a:t>[ Paste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3B6D11"/>
                </a:solidFill>
              </a:rPr>
              <a:t>Screenshot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3B6D11"/>
                </a:solidFill>
              </a:rPr>
              <a:t>here 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953512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AD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953512"/>
            <a:ext cx="438912" cy="16002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953512"/>
            <a:ext cx="43891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285232" y="3026664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D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→ Dashboard + Chart.js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285232" y="3355848"/>
            <a:ext cx="3200400" cy="0"/>
          </a:xfrm>
          <a:prstGeom prst="line">
            <a:avLst/>
          </a:prstGeom>
          <a:noFill/>
          <a:ln w="9525">
            <a:solidFill>
              <a:srgbClr val="97C4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85232" y="3429000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'Build wellness dashboard with mood chart, habits, tips'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dashboard.html + dashboard.css + dashboard.js (Chart.js)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3355848"/>
            <a:ext cx="1207008" cy="1078992"/>
          </a:xfrm>
          <a:prstGeom prst="rect">
            <a:avLst/>
          </a:prstGeom>
          <a:solidFill>
            <a:srgbClr val="EAF3DE"/>
          </a:solidFill>
          <a:ln w="12700">
            <a:solidFill>
              <a:srgbClr val="97C45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0" y="3355848"/>
            <a:ext cx="120700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B6D11"/>
                </a:solidFill>
              </a:rPr>
              <a:t>[ Paste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3B6D11"/>
                </a:solidFill>
              </a:rPr>
              <a:t>Screenshot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3B6D11"/>
                </a:solidFill>
              </a:rPr>
              <a:t>here ]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Instructions: Take a screenshot of Claude.ai showing each prompt + generated code, then paste into the placeholder boxes above.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AF3DE"/>
          </a:solidFill>
          <a:ln w="12700">
            <a:solidFill>
              <a:srgbClr val="EAF3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6D11"/>
                </a:solidFill>
              </a:rPr>
              <a:t>MindEase — AI Mental Stress &amp; Wellness  |  AI Assistant Coding Subject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1B4D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3B6D11">
              <a:alpha val="40000"/>
            </a:srgbClr>
          </a:solidFill>
          <a:ln w="12700">
            <a:solidFill>
              <a:srgbClr val="3B6D11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3B6D11">
              <a:alpha val="30000"/>
            </a:srgbClr>
          </a:solidFill>
          <a:ln w="12700">
            <a:solidFill>
              <a:srgbClr val="3B6D11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2E0E">
              <a:alpha val="80000"/>
            </a:srgbClr>
          </a:solidFill>
          <a:ln w="12700">
            <a:solidFill>
              <a:srgbClr val="0D2E0E">
                <a:alpha val="8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SLIDE 10  References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solidFill>
            <a:srgbClr val="3B6D11">
              <a:alpha val="45000"/>
            </a:srgbClr>
          </a:solidFill>
          <a:ln w="12700">
            <a:solidFill>
              <a:srgbClr val="97C459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0467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C459"/>
                </a:solidFill>
              </a:rPr>
              <a:t>[1]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80467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HTML, CSS, JavaScript Reference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95160" y="80467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ADCBD"/>
                </a:solidFill>
              </a:rPr>
              <a:t>https://developer.mozilla.org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316736"/>
            <a:ext cx="8229600" cy="411480"/>
          </a:xfrm>
          <a:prstGeom prst="rect">
            <a:avLst/>
          </a:prstGeom>
          <a:solidFill>
            <a:srgbClr val="3B6D11">
              <a:alpha val="45000"/>
            </a:srgbClr>
          </a:solidFill>
          <a:ln w="12700">
            <a:solidFill>
              <a:srgbClr val="97C459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1673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C459"/>
                </a:solidFill>
              </a:rPr>
              <a:t>[2]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131673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Documentation — Interactive Charts for the Web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95160" y="131673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ADCBD"/>
                </a:solidFill>
              </a:rPr>
              <a:t>https://www.chartjs.org/docs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solidFill>
            <a:srgbClr val="3B6D11">
              <a:alpha val="45000"/>
            </a:srgbClr>
          </a:solidFill>
          <a:ln w="12700">
            <a:solidFill>
              <a:srgbClr val="97C459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288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C459"/>
                </a:solidFill>
              </a:rPr>
              <a:t>[3]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18288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— Lora &amp; DM Sans Typography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95160" y="18288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ADCBD"/>
                </a:solidFill>
              </a:rPr>
              <a:t>https://fonts.google.com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340864"/>
            <a:ext cx="8229600" cy="411480"/>
          </a:xfrm>
          <a:prstGeom prst="rect">
            <a:avLst/>
          </a:prstGeom>
          <a:solidFill>
            <a:srgbClr val="3B6D11">
              <a:alpha val="45000"/>
            </a:srgbClr>
          </a:solidFill>
          <a:ln w="12700">
            <a:solidFill>
              <a:srgbClr val="97C459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340864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C459"/>
                </a:solidFill>
              </a:rPr>
              <a:t>[4]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34086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by Anthropic — AI Code Generation Tool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95160" y="2340864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ADCBD"/>
                </a:solidFill>
              </a:rPr>
              <a:t>https://claude.ai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852928"/>
            <a:ext cx="8229600" cy="411480"/>
          </a:xfrm>
          <a:prstGeom prst="rect">
            <a:avLst/>
          </a:prstGeom>
          <a:solidFill>
            <a:srgbClr val="3B6D11">
              <a:alpha val="45000"/>
            </a:srgbClr>
          </a:solidFill>
          <a:ln w="12700">
            <a:solidFill>
              <a:srgbClr val="97C459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8529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C459"/>
                </a:solidFill>
              </a:rPr>
              <a:t>[5]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285292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 — Mental Health &amp; Stress Guidelines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95160" y="2852928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ADCBD"/>
                </a:solidFill>
              </a:rPr>
              <a:t>https://www.who.int/health-topics/mental-health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364992"/>
            <a:ext cx="8229600" cy="411480"/>
          </a:xfrm>
          <a:prstGeom prst="rect">
            <a:avLst/>
          </a:prstGeom>
          <a:solidFill>
            <a:srgbClr val="3B6D11">
              <a:alpha val="45000"/>
            </a:srgbClr>
          </a:solidFill>
          <a:ln w="12700">
            <a:solidFill>
              <a:srgbClr val="97C459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364992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C459"/>
                </a:solidFill>
              </a:rPr>
              <a:t>[6]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05840" y="336499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Cohen, S. (1983). Perceived Stress Scale — Stress Assessment Methodology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95160" y="3364992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ADCBD"/>
                </a:solidFill>
              </a:rPr>
              <a:t>Academic Reference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77056"/>
            <a:ext cx="8229600" cy="411480"/>
          </a:xfrm>
          <a:prstGeom prst="rect">
            <a:avLst/>
          </a:prstGeom>
          <a:solidFill>
            <a:srgbClr val="3B6D11">
              <a:alpha val="45000"/>
            </a:srgbClr>
          </a:solidFill>
          <a:ln w="12700">
            <a:solidFill>
              <a:srgbClr val="97C459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877056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C459"/>
                </a:solidFill>
              </a:rPr>
              <a:t>[7]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" y="387705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Documentation — Live Server Extension Setup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95160" y="3877056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ADCBD"/>
                </a:solidFill>
              </a:rPr>
              <a:t>https://code.visualstudio.com/docs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solidFill>
            <a:srgbClr val="3B6D11">
              <a:alpha val="45000"/>
            </a:srgbClr>
          </a:solidFill>
          <a:ln w="12700">
            <a:solidFill>
              <a:srgbClr val="97C459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3891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7C459"/>
                </a:solidFill>
              </a:rPr>
              <a:t>[8]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438912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Docs — Using Claude for AI-Assisted Development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95160" y="438912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ADCBD"/>
                </a:solidFill>
              </a:rPr>
              <a:t>https://docs.anthropic.com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3B6D11">
              <a:alpha val="75000"/>
            </a:srgbClr>
          </a:solidFill>
          <a:ln w="12700">
            <a:solidFill>
              <a:srgbClr val="3B6D11">
                <a:alpha val="7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🌿  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